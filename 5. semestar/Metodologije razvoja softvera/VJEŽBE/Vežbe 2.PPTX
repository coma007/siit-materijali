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91" autoAdjust="0"/>
  </p:normalViewPr>
  <p:slideViewPr>
    <p:cSldViewPr snapToGrid="0">
      <p:cViewPr varScale="1">
        <p:scale>
          <a:sx n="61" d="100"/>
          <a:sy n="61" d="100"/>
        </p:scale>
        <p:origin x="8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D74D5-C371-4BDF-87F3-83FD618E044A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8D87A-A896-4593-AA4E-DD3CE946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4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8D87A-A896-4593-AA4E-DD3CE946F7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76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8D87A-A896-4593-AA4E-DD3CE946F7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8D87A-A896-4593-AA4E-DD3CE946F7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0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8D87A-A896-4593-AA4E-DD3CE946F7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66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8D87A-A896-4593-AA4E-DD3CE946F7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85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8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8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3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7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4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1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9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4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7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48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9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25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8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566EFC5-AC12-469F-8D94-D3CF07BDFC93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91B0359-03B7-438E-8938-2A63E455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4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A151-B539-47C2-95A4-554885E26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9471004" cy="2677648"/>
          </a:xfrm>
        </p:spPr>
        <p:txBody>
          <a:bodyPr/>
          <a:lstStyle/>
          <a:p>
            <a:r>
              <a:rPr lang="sr-Latn-RS" dirty="0"/>
              <a:t>Korisničke priče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50EE-BD5A-495E-8B0E-9506C81FC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Korisničke priče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3993D-F574-4CD3-8598-325BBD8DE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As a &lt;user role&gt; (or system)</a:t>
            </a:r>
            <a:r>
              <a:rPr lang="en-US" dirty="0"/>
              <a:t>,</a:t>
            </a:r>
            <a:r>
              <a:rPr lang="sr-Latn-RS" dirty="0"/>
              <a:t> I want to &lt;goal&gt; so that &lt;benefit&gt;</a:t>
            </a:r>
          </a:p>
          <a:p>
            <a:r>
              <a:rPr lang="sr-Latn-RS" dirty="0"/>
              <a:t>Iskazuju suštinu bez suvišnih detalja (detalje ustanove članovi tima)</a:t>
            </a:r>
          </a:p>
          <a:p>
            <a:r>
              <a:rPr lang="sr-Latn-RS" dirty="0"/>
              <a:t>Kriterijumi prihvatljivosti (acceptance criteria)</a:t>
            </a:r>
          </a:p>
          <a:p>
            <a:r>
              <a:rPr lang="sr-Latn-RS" dirty="0"/>
              <a:t>Identifikator</a:t>
            </a:r>
          </a:p>
          <a:p>
            <a:r>
              <a:rPr lang="sr-Latn-RS" dirty="0"/>
              <a:t>How to Demo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ADA1-FF39-438E-B509-7955BC92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/>
              <a:t>INVEST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187ED-9DC3-4BD7-9911-4AD17B071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Independent</a:t>
            </a:r>
          </a:p>
          <a:p>
            <a:r>
              <a:rPr lang="sr-Latn-RS" dirty="0"/>
              <a:t>Negotiable</a:t>
            </a:r>
          </a:p>
          <a:p>
            <a:r>
              <a:rPr lang="sr-Latn-RS" dirty="0"/>
              <a:t>Valuable</a:t>
            </a:r>
          </a:p>
          <a:p>
            <a:r>
              <a:rPr lang="sr-Latn-RS" dirty="0"/>
              <a:t>Estimable</a:t>
            </a:r>
          </a:p>
          <a:p>
            <a:r>
              <a:rPr lang="sr-Latn-RS" dirty="0"/>
              <a:t>Small</a:t>
            </a:r>
          </a:p>
          <a:p>
            <a:r>
              <a:rPr lang="sr-Latn-RS" dirty="0"/>
              <a:t>Testable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84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D777-3001-4460-89CB-BCEDADE2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/>
              <a:t>Primeri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3183-B12B-4B4C-B53F-B5F02CEE4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user, I want to post a resume.</a:t>
            </a:r>
          </a:p>
          <a:p>
            <a:r>
              <a:rPr lang="en-US" dirty="0"/>
              <a:t>As a user, I want to add a new resume to the site.</a:t>
            </a:r>
            <a:endParaRPr lang="sr-Latn-ME" dirty="0"/>
          </a:p>
          <a:p>
            <a:r>
              <a:rPr lang="en-US" dirty="0"/>
              <a:t>As a user, I want to edit a resume that is already on the site.</a:t>
            </a:r>
          </a:p>
          <a:p>
            <a:r>
              <a:rPr lang="en-US" dirty="0"/>
              <a:t>As a user, I want to remove my resume from the site.</a:t>
            </a:r>
          </a:p>
          <a:p>
            <a:r>
              <a:rPr lang="en-US" dirty="0"/>
              <a:t>As a user, I want to mark a resume as inactive so that employers cannot send me job offers for some time.</a:t>
            </a:r>
          </a:p>
          <a:p>
            <a:r>
              <a:rPr lang="en-US" dirty="0"/>
              <a:t>As a user, I want to mark a resume as </a:t>
            </a:r>
            <a:r>
              <a:rPr lang="en-US" dirty="0" err="1"/>
              <a:t>hiddent</a:t>
            </a:r>
            <a:r>
              <a:rPr lang="en-US" dirty="0"/>
              <a:t> from certain employers.</a:t>
            </a:r>
          </a:p>
        </p:txBody>
      </p:sp>
    </p:spTree>
    <p:extLst>
      <p:ext uri="{BB962C8B-B14F-4D97-AF65-F5344CB8AC3E}">
        <p14:creationId xmlns:p14="http://schemas.microsoft.com/office/powerpoint/2010/main" val="186184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084B-9F24-4B58-B974-F3569652C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Kriterijumi</a:t>
            </a:r>
            <a:r>
              <a:rPr lang="en-US" dirty="0"/>
              <a:t> </a:t>
            </a:r>
            <a:r>
              <a:rPr lang="en-US" dirty="0" err="1"/>
              <a:t>prihvatljivost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4275-2ABE-43CE-87FC-C03D9F69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Verifikacija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korisni</a:t>
            </a:r>
            <a:r>
              <a:rPr lang="sr-Latn-RS" dirty="0"/>
              <a:t>čke priče implementirane tako da rade onako kako klijent to očekuje</a:t>
            </a:r>
          </a:p>
          <a:p>
            <a:r>
              <a:rPr lang="sr-Latn-RS" dirty="0"/>
              <a:t>Primer: As a user, I want to pay for the items</a:t>
            </a:r>
            <a:r>
              <a:rPr lang="en-US" dirty="0"/>
              <a:t> in my shopping cart with a credit card.</a:t>
            </a:r>
          </a:p>
          <a:p>
            <a:r>
              <a:rPr lang="en-US" dirty="0"/>
              <a:t>Test with Visa, MasterCard and American Express (pass)</a:t>
            </a:r>
          </a:p>
          <a:p>
            <a:r>
              <a:rPr lang="en-US" dirty="0"/>
              <a:t>Test with a Diner’s Club (fail)</a:t>
            </a:r>
          </a:p>
          <a:p>
            <a:r>
              <a:rPr lang="en-US" dirty="0"/>
              <a:t>Test with a Visa Debit card (pass)…</a:t>
            </a:r>
            <a:endParaRPr lang="sr-Latn-ME" dirty="0"/>
          </a:p>
        </p:txBody>
      </p:sp>
    </p:spTree>
    <p:extLst>
      <p:ext uri="{BB962C8B-B14F-4D97-AF65-F5344CB8AC3E}">
        <p14:creationId xmlns:p14="http://schemas.microsoft.com/office/powerpoint/2010/main" val="18238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062A-59C9-4426-80BF-1C379BA1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Labele</a:t>
            </a:r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F2550C00-4011-4751-8EBA-90725E2DB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458" y="2790827"/>
            <a:ext cx="4011084" cy="322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3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9FC3-DA99-412F-8DCA-8632299D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Prioritet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7A62F-8C4A-4CEA-95B5-D00A17EB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Sortiranje</a:t>
            </a:r>
            <a:r>
              <a:rPr lang="en-US" dirty="0"/>
              <a:t> </a:t>
            </a:r>
            <a:r>
              <a:rPr lang="en-US" dirty="0" err="1"/>
              <a:t>kartica</a:t>
            </a:r>
            <a:endParaRPr lang="en-US" dirty="0"/>
          </a:p>
          <a:p>
            <a:r>
              <a:rPr lang="en-US" dirty="0" err="1"/>
              <a:t>Dodavanje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 Importance</a:t>
            </a:r>
          </a:p>
          <a:p>
            <a:r>
              <a:rPr lang="sr-Latn-RS" dirty="0"/>
              <a:t>Dodeljuje Product Owner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52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0459-795B-4904-846F-9461337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Story poeni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422B2-2A83-4F42-AD65-11D34936C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Koristi se modifikovan Fibonačijev niz ( ½, 1, 2, 3, 5, 8, 13, 20, 40, 100)</a:t>
            </a:r>
          </a:p>
          <a:p>
            <a:r>
              <a:rPr lang="sr-Latn-RS" dirty="0"/>
              <a:t>Planning poker</a:t>
            </a:r>
          </a:p>
          <a:p>
            <a:r>
              <a:rPr lang="sr-Latn-RS" dirty="0"/>
              <a:t>Brzina tima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3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BC66-32CD-452D-B9C5-F23F9C375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89231-57D8-4704-9D98-7236903C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Nakon preuzimanja US, potrebno je dekomponovati ga na zadatke (taskove)</a:t>
            </a:r>
          </a:p>
          <a:p>
            <a:r>
              <a:rPr lang="sr-Latn-RS" dirty="0"/>
              <a:t>Definišu se nakon US</a:t>
            </a:r>
          </a:p>
          <a:p>
            <a:r>
              <a:rPr lang="sr-Latn-RS"/>
              <a:t>Opisuje kako nešto napraviti, a ne šta napraviti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28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223</TotalTime>
  <Words>293</Words>
  <Application>Microsoft Office PowerPoint</Application>
  <PresentationFormat>Widescreen</PresentationFormat>
  <Paragraphs>45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 Boardroom</vt:lpstr>
      <vt:lpstr>Korisničke priče</vt:lpstr>
      <vt:lpstr>Korisničke priče</vt:lpstr>
      <vt:lpstr>INVEST</vt:lpstr>
      <vt:lpstr>Primeri</vt:lpstr>
      <vt:lpstr>Kriterijumi prihvatljivost</vt:lpstr>
      <vt:lpstr>Labele</vt:lpstr>
      <vt:lpstr>Prioritet</vt:lpstr>
      <vt:lpstr>Story poeni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Uvod u agilne metodologije</dc:title>
  <dc:creator>Andjela Trajkovic</dc:creator>
  <cp:lastModifiedBy>Andjela Trajkovic</cp:lastModifiedBy>
  <cp:revision>38</cp:revision>
  <dcterms:created xsi:type="dcterms:W3CDTF">2022-03-06T09:32:29Z</dcterms:created>
  <dcterms:modified xsi:type="dcterms:W3CDTF">2022-03-23T07:06:46Z</dcterms:modified>
</cp:coreProperties>
</file>